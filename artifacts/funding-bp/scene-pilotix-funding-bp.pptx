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4" name="slide-01.png" descr="slide-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9" name="slide-02.png" descr="slide-0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4" name="slide-03.png" descr="slide-0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9" name="slide-04.png" descr="slide-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4" name="slide-05.png" descr="slide-0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slide-06.png" descr="slide-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4" name="slide-07.png" descr="slide-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9" name="slide-08.png" descr="slide-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4" name="slide-09.png" descr="slide-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9" name="slide-10.png" descr="slide-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4" name="slide-11.png" descr="slide-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9" name="slide-12.png" descr="slide-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3932445" cy="1346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